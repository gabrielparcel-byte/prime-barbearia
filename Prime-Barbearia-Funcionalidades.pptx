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4114800"/>
            <a:ext cx="1097280" cy="1097280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PRIME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14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BARBEARIA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560320"/>
            <a:ext cx="36576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Apresentação de Funcionalidades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primebarbearia.app.br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é a Prime Barbearia?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 exclusivo com agendamento, gestão completa, gamificação e fidelidade.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 Completo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Cliente agenda pelo celular, barbeiro gerencia no Prime Staff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235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Gamificação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Prime Club com conquistas, níveis, stickers e fidelidade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Gestão Financeira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Dashboard com gráficos, metas, ranking, despesas e lucro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2356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Seguro &amp; LGPD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Supabase com RLS, criptografia e política de privacidade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6A7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Agendamento Online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Wizard completo para o cliente agendar pelo celular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Agendamento Online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38912" cy="438912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0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" y="1508760"/>
            <a:ext cx="0" cy="274320"/>
          </a:xfrm>
          <a:prstGeom prst="line">
            <a:avLst/>
          </a:prstGeom>
          <a:noFill/>
          <a:ln w="19050">
            <a:solidFill>
              <a:srgbClr val="3E35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Escolhe o serviço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 serviços, 5 combos, 8 tratamentos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438912" cy="438912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0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9536" y="2258568"/>
            <a:ext cx="0" cy="274320"/>
          </a:xfrm>
          <a:prstGeom prst="line">
            <a:avLst/>
          </a:prstGeom>
          <a:noFill/>
          <a:ln w="19050">
            <a:solidFill>
              <a:srgbClr val="3E3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Escolhe o barbeiro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Favorito destacado, perfil com avaliações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38912" cy="438912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0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9536" y="3008376"/>
            <a:ext cx="0" cy="274320"/>
          </a:xfrm>
          <a:prstGeom prst="line">
            <a:avLst/>
          </a:prstGeom>
          <a:noFill/>
          <a:ln w="19050">
            <a:solidFill>
              <a:srgbClr val="3E3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Escolhe o dia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807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Respeita horários e folgas individuais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300984"/>
            <a:ext cx="438912" cy="438912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00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0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9536" y="3758184"/>
            <a:ext cx="0" cy="274320"/>
          </a:xfrm>
          <a:prstGeom prst="line">
            <a:avLst/>
          </a:prstGeom>
          <a:noFill/>
          <a:ln w="19050">
            <a:solidFill>
              <a:srgbClr val="3E35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Escolhe o horário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557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Só horários disponíveis, sem conflito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438912" cy="438912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0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Confirma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4306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Nome + observação + WhatsApp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05156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Extras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120640" y="1554480"/>
            <a:ext cx="32004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Cancelamento e reagendamento pelo app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Encaixe (walk-in) pelo barbeiro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Observação opcional em todos os fluxos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Notificação push ao confirmar/cancelar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Agendamento retroativo pra walk-in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Horário individual por barbeiro por dia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6A7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Prime Club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Gamificação, fidelidade e recompensas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Prime Club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Conquistas / Stickers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426464"/>
            <a:ext cx="347472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Primeiro Corte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Fiel — 5 cortes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Madrugador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Combo Master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Veterano — 1 ano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Embaixador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Nota 10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VIP — nível Ouro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Níveis de Fidelidade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1426464"/>
            <a:ext cx="347472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81912"/>
            <a:ext cx="182880" cy="18288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544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Bronze  —  Início da jornada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837944"/>
            <a:ext cx="182880" cy="182880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8105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Prata  —  Cliente frequente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2093976"/>
            <a:ext cx="182880" cy="1828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066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Ouro  —  Fiel da casa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350008"/>
            <a:ext cx="182880" cy="18288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322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Diamante  —  Lendário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🎁  Cartão de Fidelidade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cada 5 cortes, brinde escolhido pelo barbeiro. Cartão visual com selos de progresso e notificação automática pro barbeiro quando o cliente fica elegível.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📢  Indicação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Código único por cliente, compartilhável no WhatsApp. Quem indica e quem é indicado ganham mimo. Desbloqueia conquista "Embaixador".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6A7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App do Cliente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Tudo que o cliente vê e faz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Experiência do Cliente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Histórico real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Cortes com data, barbeiro, valor cobrado na época e observação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4068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Avaliações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4068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Nota + comentário pós-corte. Barbeiro responde. Visível no perfil público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💈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Barbeiro favorito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Estrela no wizard, card na Home, favorito automático no 1º corte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406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Notificações push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4068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Confirmação, cancelamento e pedido de avaliação no celular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🎖️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344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Conquistas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3444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Vitrine de stickers, animação de desbloqueio, compartilhar story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703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4068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LGPD no perfil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4068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Exportar dados (JSON) e solicitar exclusão da conta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6A7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💈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Prime Staff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Área completa do barbeiro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Agenda &amp; Atendimento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Agenda Visual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Timeline com slots de horário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Cores por tipo de serviço + legenda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Aceitar / recusar agendamentos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Encaixe (walk-in) com busca de cliente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Auto-início 6 min após o horário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Observação visível antes de atender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Funciona offline (cache da agenda)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Banner "sem conexão" automático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Carrinho &amp; Checkout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0" y="150876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Carrinho ao vivo durante atendimento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Adiciona produtos enquanto corta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Desconto automático de estoque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Nota única: serviço + produtos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Atendimento avulso de balcão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Venda só de produto, sem serviço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Agendamento retroativo pra walk-in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Observação junto com a venda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Dashboard Financeiro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Visão completa do faturamento — acesso admin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5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7/14/30d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Barras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Faturamento por 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5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3/6/12m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Evolução mensal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5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X/Y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Barra de progresso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13258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5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% ↑↓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vs. mês anterior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Gestão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324612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Ranking entre barbeiros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Controle de despesas (admin)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Lucro = faturamento − comissões − despesas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Comissão configurável por barbeiro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Toggle "Minha visão / Barbearia toda"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Relatórios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0" y="324612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PDF com logo e cores da marca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Detalhado por barbeiro/cliente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Resumo compartilhável no WhatsApp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Vendas com filtros (dia/semana/mês)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Alerta "cliente sumiu" (30+ dias)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Produtos &amp; Estoque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Catálogo Completo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Categorias: Cabelo e Barba, Geladeira...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Foto com câmera (comprimida)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Código de 5 caracteres por produto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Busca por nome ou código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Grade / lista, ordenar e filtrar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Custo &amp; Margem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5544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Custo do produto (nunca exposto)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Assistente: custo + margem% = preço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Badge de margem em cada produto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"Definir margem" por categoria inteira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Decremento atômico de estoque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🛍️  Vitrine na Landing Page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Carrossel automático de produtos (4 desktop, 2 tablet, 1 mobile). Pausa no hover. "Ver todos" abre catálogo completo — só logado.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Papel "Vendas"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Conta de recepção / finalizador de balcão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Terceiro papel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Além de barbeiro e admin, existe "vendas" — acesso restrito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956816"/>
            <a:ext cx="7589520" cy="0"/>
          </a:xfrm>
          <a:prstGeom prst="line">
            <a:avLst/>
          </a:prstGeom>
          <a:noFill/>
          <a:ln w="5080">
            <a:solidFill>
              <a:srgbClr val="3E3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Nav reduzido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Só Agenda, Atendimento e Sair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432304"/>
            <a:ext cx="7589520" cy="0"/>
          </a:xfrm>
          <a:prstGeom prst="line">
            <a:avLst/>
          </a:prstGeom>
          <a:noFill/>
          <a:ln w="5080">
            <a:solidFill>
              <a:srgbClr val="3E3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Seletor de barbeiro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5054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Chips com barbeiros ativos — escolhe "em nome de quem"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907792"/>
            <a:ext cx="7589520" cy="0"/>
          </a:xfrm>
          <a:prstGeom prst="line">
            <a:avLst/>
          </a:prstGeom>
          <a:noFill/>
          <a:ln w="5080">
            <a:solidFill>
              <a:srgbClr val="3E35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809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Venda atribuída certo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980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Grava com o barber_id do barbeiro, não da conta Vendas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7589520" cy="0"/>
          </a:xfrm>
          <a:prstGeom prst="line">
            <a:avLst/>
          </a:prstGeom>
          <a:noFill/>
          <a:ln w="5080">
            <a:solidFill>
              <a:srgbClr val="3E3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56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Zero duplicação de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Mesmas telas via baActingBarberId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858768"/>
            <a:ext cx="7589520" cy="0"/>
          </a:xfrm>
          <a:prstGeom prst="line">
            <a:avLst/>
          </a:prstGeom>
          <a:noFill/>
          <a:ln w="5080">
            <a:solidFill>
              <a:srgbClr val="3E35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RLS seguro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Policies aditivas para sales, cart, clients, appointments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6A7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Landing Page &amp; Marketing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Presença digital completa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Landing Page &amp; Marketing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Carrossel de serviços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Automático, "Ver todos", preço atrás de 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6908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Depoimentos reais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 elogios do Google Maps com link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4944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Instagram embed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Post @primebarbeariamga embutido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SEO otimizado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Schema.org, Open Graph, sitemap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6908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QR Code pro balcão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Gera página com logo, marca e QR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4944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PWA + Responsivo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Manifest, Service Worker, 375px-desktop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Segurança &amp; Tecnologia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Segurança &amp; LGPD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Autenticação real (Supabase Auth)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Row Level Security em todas as tabelas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RPCs security definer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Criptografia TLS + AES-256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Política de privacidade (LGPD)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Consentimento explícito no cadastro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Minimização de dados (sem CPF)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Exportação + exclusão de dados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•  Plano de resposta a incidente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1A1E1B"/>
          </a:solidFill>
          <a:ln w="6350">
            <a:solidFill>
              <a:srgbClr val="3E352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D5A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Stack Tecnológico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38328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HTML / CSS / JS puro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47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Supabase (Postgres + Auth + RLS)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295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Supabase Storage (fotos)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42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Hospedagem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GitHub Pages (deploy auto)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Domínio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primebarbearia.app.br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Push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 Worker + Edge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Offline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Cache do app shell + agenda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55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Supabase free + Pages free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4114800"/>
            <a:ext cx="1097280" cy="1097280"/>
          </a:xfrm>
          <a:prstGeom prst="ellipse">
            <a:avLst/>
          </a:prstGeom>
          <a:solidFill>
            <a:srgbClr val="C6A7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1000" kern="0" dirty="0">
                <a:solidFill>
                  <a:srgbClr val="C6A75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PRIME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1400" kern="0" dirty="0">
                <a:solidFill>
                  <a:srgbClr val="EDED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BARBEARIA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0" y="2468880"/>
            <a:ext cx="3657600" cy="0"/>
          </a:xfrm>
          <a:prstGeom prst="line">
            <a:avLst/>
          </a:prstGeom>
          <a:noFill/>
          <a:ln w="12700">
            <a:solidFill>
              <a:srgbClr val="C6A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referência de barbearia digital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 Maringá e região.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5A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primebarbearia.app.br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A39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@primebarbeariamga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Barbearia — Funcionalidades</dc:title>
  <dc:subject>PptxGenJS Presentation</dc:subject>
  <dc:creator>Prime Barbearia</dc:creator>
  <cp:lastModifiedBy>Prime Barbearia</cp:lastModifiedBy>
  <cp:revision>1</cp:revision>
  <dcterms:created xsi:type="dcterms:W3CDTF">2026-07-18T14:18:16Z</dcterms:created>
  <dcterms:modified xsi:type="dcterms:W3CDTF">2026-07-18T14:18:16Z</dcterms:modified>
</cp:coreProperties>
</file>